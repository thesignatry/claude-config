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handoutMasterIdLst>
    <p:handoutMasterId r:id="rId29"/>
  </p:handoutMasterIdLst>
  <p:sldIdLst>
    <p:sldId id="349" r:id="rId2"/>
    <p:sldId id="350" r:id="rId3"/>
    <p:sldId id="315" r:id="rId4"/>
    <p:sldId id="316" r:id="rId5"/>
    <p:sldId id="317" r:id="rId6"/>
    <p:sldId id="331" r:id="rId7"/>
    <p:sldId id="334" r:id="rId8"/>
    <p:sldId id="351" r:id="rId9"/>
    <p:sldId id="352" r:id="rId10"/>
    <p:sldId id="318" r:id="rId11"/>
    <p:sldId id="319" r:id="rId12"/>
    <p:sldId id="320" r:id="rId13"/>
    <p:sldId id="321" r:id="rId14"/>
    <p:sldId id="322" r:id="rId15"/>
    <p:sldId id="335" r:id="rId16"/>
    <p:sldId id="324" r:id="rId17"/>
    <p:sldId id="325" r:id="rId18"/>
    <p:sldId id="344" r:id="rId19"/>
    <p:sldId id="353" r:id="rId20"/>
    <p:sldId id="347" r:id="rId21"/>
    <p:sldId id="327" r:id="rId22"/>
    <p:sldId id="354" r:id="rId23"/>
    <p:sldId id="355" r:id="rId24"/>
    <p:sldId id="328" r:id="rId25"/>
    <p:sldId id="336" r:id="rId26"/>
    <p:sldId id="330" r:id="rId27"/>
    <p:sldId id="34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57"/>
    <p:restoredTop sz="94726"/>
  </p:normalViewPr>
  <p:slideViewPr>
    <p:cSldViewPr snapToGrid="0">
      <p:cViewPr varScale="1">
        <p:scale>
          <a:sx n="72" d="100"/>
          <a:sy n="72" d="100"/>
        </p:scale>
        <p:origin x="240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9" d="100"/>
          <a:sy n="109" d="100"/>
        </p:scale>
        <p:origin x="534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12773-DCCB-67AE-06E6-8C4D68461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D21EE-38C7-3D3F-15B8-0467EB40F0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27453-7016-AC49-ABF7-7140A034A8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857E9-BD3F-43F7-4303-F7AA9481A0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8067B-6F04-33F4-4BC0-BA9ED151E3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DD064-27FF-9C49-9EFB-F4CECA11F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26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25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E50110-A8C8-D12E-0BA1-EA8FEFEC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167E9-1588-3DFC-6C54-2A72D0477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b="1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hesignatry.com/generosity-calculator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153C3-F758-DC65-0216-1FC5E6536C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996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ulish"/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783A3D65-0FC0-E4FF-2174-ABDF6C8A39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7200" y="2813050"/>
            <a:ext cx="36576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4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2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874F2E-11B0-F14B-940C-F692120DDFF5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2A65A"/>
                </a:solidFill>
                <a:latin typeface="Mulish"/>
              </a:rPr>
              <a:t>LOREM IPSUM CONSECTETUR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E76C3-570B-1E41-9AAF-14163C7EC558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13242A"/>
                </a:solidFill>
                <a:latin typeface="Lora"/>
              </a:rPr>
              <a:t>Lorem Ipsum Dolor Sit Amet</a:t>
            </a: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1162F9A2-B33E-86C8-CDF4-76F6907C2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663" y="5808133"/>
            <a:ext cx="787400" cy="10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99EF3-02CC-5551-EC6E-E4EB69924667}"/>
              </a:ext>
            </a:extLst>
          </p:cNvPr>
          <p:cNvSpPr txBox="1">
            <a:spLocks/>
          </p:cNvSpPr>
          <p:nvPr/>
        </p:nvSpPr>
        <p:spPr>
          <a:xfrm>
            <a:off x="1431630" y="1649196"/>
            <a:ext cx="5915467" cy="112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solidFill>
                  <a:srgbClr val="17242A"/>
                </a:solidFill>
                <a:latin typeface="Lora"/>
              </a:rPr>
              <a:t>Lorem ipsum dolor amet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53EAB2E-54AF-E7DC-3E71-DC1EE4252AF0}"/>
              </a:ext>
            </a:extLst>
          </p:cNvPr>
          <p:cNvSpPr txBox="1">
            <a:spLocks/>
          </p:cNvSpPr>
          <p:nvPr/>
        </p:nvSpPr>
        <p:spPr>
          <a:xfrm>
            <a:off x="1431630" y="1290370"/>
            <a:ext cx="5633032" cy="29633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Mulish"/>
              </a:rPr>
              <a:t>LOREM 12: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567F2428-01B2-2731-4171-F9521E04E120}"/>
              </a:ext>
            </a:extLst>
          </p:cNvPr>
          <p:cNvSpPr txBox="1">
            <a:spLocks/>
          </p:cNvSpPr>
          <p:nvPr/>
        </p:nvSpPr>
        <p:spPr>
          <a:xfrm>
            <a:off x="1431629" y="3149600"/>
            <a:ext cx="5248571" cy="1498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rgbClr val="17242A"/>
                </a:solidFill>
                <a:latin typeface="Mulish"/>
              </a:rPr>
              <a:t>“Lorem ipsum dolor sit amet, consectetur adipiscing elit. Sed do eiusmod tempor incididunt ut labore et dolore magna aliqua. Ut enim ad minim veniam, quis nostrud exercitation ullamco laboris.”</a:t>
            </a:r>
          </a:p>
          <a:p>
            <a:r>
              <a:rPr lang="en-US" sz="1400" i="1" dirty="0">
                <a:solidFill>
                  <a:srgbClr val="17242A"/>
                </a:solidFill>
                <a:latin typeface="Mulish"/>
              </a:rPr>
              <a:t>“Duis aute irure dolor in reprehenderit in voluptate velit esse cillum.”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62F9A2-B33E-86C8-CDF4-76F6907C2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663" y="5808133"/>
            <a:ext cx="787400" cy="10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67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57823-5A51-8DB5-6431-F422889B3694}"/>
              </a:ext>
            </a:extLst>
          </p:cNvPr>
          <p:cNvSpPr/>
          <p:nvPr/>
        </p:nvSpPr>
        <p:spPr>
          <a:xfrm>
            <a:off x="0" y="0"/>
            <a:ext cx="1819564" cy="274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2D91E-81C3-90DF-3820-8A1AE352C92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761" y="452131"/>
            <a:ext cx="4387273" cy="5953737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361FC36-CD65-3B71-E9D7-842B066C9FCD}"/>
              </a:ext>
            </a:extLst>
          </p:cNvPr>
          <p:cNvSpPr txBox="1">
            <a:spLocks/>
          </p:cNvSpPr>
          <p:nvPr/>
        </p:nvSpPr>
        <p:spPr>
          <a:xfrm>
            <a:off x="5384795" y="3875929"/>
            <a:ext cx="5523347" cy="112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solidFill>
                  <a:srgbClr val="17242A"/>
                </a:solidFill>
                <a:latin typeface="Lora"/>
              </a:rPr>
              <a:t>Lorem ipsum dolor sit amet?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AEAFA7FF-A373-B68E-49D9-21D39F49EBC1}"/>
              </a:ext>
            </a:extLst>
          </p:cNvPr>
          <p:cNvSpPr txBox="1">
            <a:spLocks/>
          </p:cNvSpPr>
          <p:nvPr/>
        </p:nvSpPr>
        <p:spPr>
          <a:xfrm>
            <a:off x="5384795" y="1583294"/>
            <a:ext cx="5523347" cy="199813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rgbClr val="17242A"/>
                </a:solidFill>
                <a:latin typeface="Mulish"/>
              </a:rPr>
              <a:t>“Lorem ipsum dolor sit amet, consectetur adipiscing elit, sed do eiusmod tempor incididunt ut labore.</a:t>
            </a:r>
          </a:p>
          <a:p>
            <a:r>
              <a:rPr lang="en-US" sz="1400" i="1" dirty="0">
                <a:solidFill>
                  <a:srgbClr val="17242A"/>
                </a:solidFill>
                <a:latin typeface="Mulish"/>
              </a:rPr>
              <a:t>Ut enim ad minim veniam, quis nostrud exercitation ullamco laboris nisi ut aliquip.”</a:t>
            </a:r>
          </a:p>
          <a:p>
            <a:r>
              <a:rPr lang="en-US" sz="1200" b="1" dirty="0">
                <a:solidFill>
                  <a:srgbClr val="17242A"/>
                </a:solidFill>
                <a:latin typeface="Mulish"/>
              </a:rPr>
              <a:t>- Lorem Ipsum, placeholder role at </a:t>
            </a:r>
            <a:r>
              <a:rPr lang="en-US" sz="1200" b="1" dirty="0" err="1">
                <a:solidFill>
                  <a:srgbClr val="17242A"/>
                </a:solidFill>
                <a:latin typeface="Mulish"/>
              </a:rPr>
              <a:t>Company</a:t>
            </a:r>
            <a:endParaRPr lang="en-US" sz="1200" b="1" dirty="0">
              <a:solidFill>
                <a:srgbClr val="17242A"/>
              </a:solidFill>
              <a:latin typeface="Mulish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FE612-D739-0FD8-7570-6CD8DD0E0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663" y="5808133"/>
            <a:ext cx="787400" cy="10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8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75574-D51D-D584-564A-71DAD267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1805B6-E0E6-73F5-77BB-81DFD83D5C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38381" y="1"/>
            <a:ext cx="505361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D794C1-62A1-3166-6937-F1CE979CE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663" y="5808133"/>
            <a:ext cx="787400" cy="1049867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B25C53E-58B4-71FA-711D-1DCBAC79D31E}"/>
              </a:ext>
            </a:extLst>
          </p:cNvPr>
          <p:cNvSpPr txBox="1">
            <a:spLocks/>
          </p:cNvSpPr>
          <p:nvPr/>
        </p:nvSpPr>
        <p:spPr>
          <a:xfrm>
            <a:off x="849740" y="1625674"/>
            <a:ext cx="5633032" cy="112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solidFill>
                  <a:srgbClr val="17242A"/>
                </a:solidFill>
                <a:latin typeface="Lora"/>
              </a:rPr>
              <a:t>Lorem ipsum dolor sit amet consectetur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87CDDF8-CC8C-56FE-E51E-434EC44D9A96}"/>
              </a:ext>
            </a:extLst>
          </p:cNvPr>
          <p:cNvSpPr txBox="1">
            <a:spLocks/>
          </p:cNvSpPr>
          <p:nvPr/>
        </p:nvSpPr>
        <p:spPr>
          <a:xfrm>
            <a:off x="849740" y="1205997"/>
            <a:ext cx="2052948" cy="29633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Mulish"/>
              </a:rPr>
              <a:t>LOREM IPSUM: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1750A85C-9522-56B4-2AB1-2AB78FED1BCD}"/>
              </a:ext>
            </a:extLst>
          </p:cNvPr>
          <p:cNvSpPr txBox="1">
            <a:spLocks/>
          </p:cNvSpPr>
          <p:nvPr/>
        </p:nvSpPr>
        <p:spPr>
          <a:xfrm>
            <a:off x="847429" y="2894235"/>
            <a:ext cx="5248571" cy="1498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Mulish"/>
              </a:rPr>
              <a:t>Lorem ipsum: </a:t>
            </a:r>
            <a:r>
              <a:rPr lang="en-US" sz="1400" dirty="0">
                <a:solidFill>
                  <a:schemeClr val="tx1"/>
                </a:solidFill>
                <a:latin typeface="Mulish"/>
              </a:rPr>
              <a:t>Dolor sit amet consectetur adipiscing elit sed do eiusmod tempor incididunt ut labore et dolore magna aliqua ut enim ad minim veniam quis nostrud.</a:t>
            </a:r>
          </a:p>
        </p:txBody>
      </p:sp>
    </p:spTree>
    <p:extLst>
      <p:ext uri="{BB962C8B-B14F-4D97-AF65-F5344CB8AC3E}">
        <p14:creationId xmlns:p14="http://schemas.microsoft.com/office/powerpoint/2010/main" val="19190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3166BC-A8B1-DF24-CADF-8548915C6BB8}"/>
              </a:ext>
            </a:extLst>
          </p:cNvPr>
          <p:cNvSpPr/>
          <p:nvPr/>
        </p:nvSpPr>
        <p:spPr>
          <a:xfrm>
            <a:off x="6485860" y="2317898"/>
            <a:ext cx="5706140" cy="2902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ulish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C4B1F2E-4057-2BCC-9274-707B82D52BFD}"/>
              </a:ext>
            </a:extLst>
          </p:cNvPr>
          <p:cNvSpPr txBox="1">
            <a:spLocks/>
          </p:cNvSpPr>
          <p:nvPr/>
        </p:nvSpPr>
        <p:spPr>
          <a:xfrm>
            <a:off x="6751031" y="2291317"/>
            <a:ext cx="5073624" cy="11376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0" i="0" baseline="0" dirty="0">
                <a:solidFill>
                  <a:schemeClr val="tx1"/>
                </a:solidFill>
                <a:latin typeface="Lora"/>
              </a:rPr>
              <a:t>Lorem Ipsum 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CA236-C245-2DD5-8B46-92ACA85D4B25}"/>
              </a:ext>
            </a:extLst>
          </p:cNvPr>
          <p:cNvSpPr txBox="1"/>
          <p:nvPr/>
        </p:nvSpPr>
        <p:spPr>
          <a:xfrm>
            <a:off x="6751032" y="3226984"/>
            <a:ext cx="507362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chemeClr val="accent4"/>
                </a:solidFill>
                <a:latin typeface="Mulish"/>
              </a:rPr>
              <a:t>Dolor sit amet consectetur adipiscing elit</a:t>
            </a:r>
          </a:p>
          <a:p>
            <a:pPr algn="ctr"/>
            <a:endParaRPr lang="en-US" sz="1300" dirty="0">
              <a:solidFill>
                <a:schemeClr val="tx1"/>
              </a:solidFill>
              <a:latin typeface="Mulish"/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  <a:latin typeface="Mulish"/>
              </a:rPr>
              <a:t>Sed do eiusmod tempor incididunt: </a:t>
            </a:r>
          </a:p>
          <a:p>
            <a:pPr algn="l"/>
            <a:r>
              <a:rPr lang="en-US" sz="1300" i="1" dirty="0">
                <a:solidFill>
                  <a:schemeClr val="tx1"/>
                </a:solidFill>
                <a:latin typeface="Mulish"/>
              </a:rPr>
              <a:t>“Ut labore et dolore magna?”</a:t>
            </a:r>
          </a:p>
          <a:p>
            <a:pPr algn="l"/>
            <a:endParaRPr lang="en-US" sz="1300" i="1" dirty="0">
              <a:solidFill>
                <a:schemeClr val="tx1"/>
              </a:solidFill>
              <a:latin typeface="Mulish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sz="1300" i="0" dirty="0">
                <a:solidFill>
                  <a:schemeClr val="tx1"/>
                </a:solidFill>
                <a:latin typeface="Mulish"/>
              </a:rPr>
              <a:t>Lorem Ipsum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sz="1300" i="0" dirty="0">
                <a:solidFill>
                  <a:schemeClr val="tx1"/>
                </a:solidFill>
                <a:latin typeface="Mulish"/>
              </a:rPr>
              <a:t>Dolor Sit Amet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sz="1300" i="0" dirty="0">
                <a:solidFill>
                  <a:schemeClr val="tx1"/>
                </a:solidFill>
                <a:latin typeface="Mulish"/>
              </a:rPr>
              <a:t>Consectetur Elit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688E2-494F-9641-3B7B-537BB72E6552}"/>
              </a:ext>
            </a:extLst>
          </p:cNvPr>
          <p:cNvSpPr/>
          <p:nvPr/>
        </p:nvSpPr>
        <p:spPr>
          <a:xfrm>
            <a:off x="11824655" y="2317898"/>
            <a:ext cx="367345" cy="2902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9D8E99-BAF1-F11F-FC1A-05A523E31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663" y="5808133"/>
            <a:ext cx="787400" cy="10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3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6FBB95-1FC8-7D5A-B235-FB02D4FE5BB4}"/>
              </a:ext>
            </a:extLst>
          </p:cNvPr>
          <p:cNvSpPr/>
          <p:nvPr/>
        </p:nvSpPr>
        <p:spPr>
          <a:xfrm>
            <a:off x="0" y="1621464"/>
            <a:ext cx="5975498" cy="3747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09BC59C-8152-88AE-ED4F-3163C87D1ECE}"/>
              </a:ext>
            </a:extLst>
          </p:cNvPr>
          <p:cNvSpPr txBox="1">
            <a:spLocks/>
          </p:cNvSpPr>
          <p:nvPr/>
        </p:nvSpPr>
        <p:spPr>
          <a:xfrm>
            <a:off x="529386" y="1805462"/>
            <a:ext cx="5095237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>
                <a:solidFill>
                  <a:schemeClr val="tx1"/>
                </a:solidFill>
                <a:latin typeface="Lora"/>
              </a:rPr>
              <a:t>Discover your lorem ipsum dolor: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DAEBF31-DC91-4A13-C77A-704048EA339B}"/>
              </a:ext>
            </a:extLst>
          </p:cNvPr>
          <p:cNvSpPr txBox="1">
            <a:spLocks/>
          </p:cNvSpPr>
          <p:nvPr/>
        </p:nvSpPr>
        <p:spPr>
          <a:xfrm>
            <a:off x="550651" y="3224459"/>
            <a:ext cx="5424847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DE556-F872-C5C4-2442-F1699FF58856}"/>
              </a:ext>
            </a:extLst>
          </p:cNvPr>
          <p:cNvSpPr txBox="1"/>
          <p:nvPr/>
        </p:nvSpPr>
        <p:spPr>
          <a:xfrm>
            <a:off x="550651" y="3676072"/>
            <a:ext cx="5073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Mulish"/>
              </a:rPr>
              <a:t>Lorem ipsum we can help you answer: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Mulish"/>
              </a:rPr>
              <a:t>Dolor sit amet consectetur adipiscing elit sed do eiusmod tempor incididunt?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Mulish"/>
              </a:rPr>
              <a:t>Ut enim ad minim veniam quis nostrud exercitation ullamco laboris?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Mulish"/>
              </a:rPr>
              <a:t>Duis aute irure dolor in reprehenderit in voluptate velit esse?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14AB19-78E4-C1EB-C30D-A01438F73D8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75498" y="1621465"/>
            <a:ext cx="2211572" cy="3747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9BAF6-44DD-52D6-164B-0C5A6213F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663" y="5808133"/>
            <a:ext cx="787400" cy="10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9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2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5C216A-13E4-9944-B78E-BC6C6E9DE4E4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2A65A"/>
                </a:solidFill>
                <a:latin typeface="Mulish"/>
              </a:rPr>
              <a:t>LOREM IPSUM DOLOR SIT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38784-7CB9-694D-824A-46D9250836B8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13242A"/>
                </a:solidFill>
                <a:latin typeface="Lora"/>
              </a:rPr>
              <a:t>Thank You</a:t>
            </a: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1162F9A2-B33E-86C8-CDF4-76F6907C2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663" y="5808133"/>
            <a:ext cx="787400" cy="10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5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53BC41-4545-234A-AB2F-A3C5048C3338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2A65A"/>
                </a:solidFill>
                <a:latin typeface="Mulish"/>
              </a:rPr>
              <a:t>LOREM IPSUM CONSECTETUR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D10EA-1333-614B-838A-32EE9FAC7BA6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13242A"/>
                </a:solidFill>
                <a:latin typeface="Lora"/>
              </a:rPr>
              <a:t>Lorem Ipsum Dolor Sit Amet</a:t>
            </a:r>
          </a:p>
        </p:txBody>
      </p:sp>
      <p:pic>
        <p:nvPicPr>
          <p:cNvPr id="5" name="Copied Picture 5">
            <a:extLst>
              <a:ext uri="{FF2B5EF4-FFF2-40B4-BE49-F238E27FC236}">
                <a16:creationId xmlns:a16="http://schemas.microsoft.com/office/drawing/2014/main" id="{FEA4352D-F486-E88A-5F92-30618480B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400" cy="104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8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B3902-7E87-CD21-19F0-B847B489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A4352D-F486-E88A-5F92-30618480B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400" cy="1049866"/>
          </a:xfrm>
          <a:prstGeom prst="rect">
            <a:avLst/>
          </a:prstGeom>
        </p:spPr>
      </p:pic>
      <p:pic>
        <p:nvPicPr>
          <p:cNvPr id="2" name="Picture 1" descr="A blue circle with a triangle in the center&#10;&#10;AI-generated content may be incorrect.">
            <a:extLst>
              <a:ext uri="{FF2B5EF4-FFF2-40B4-BE49-F238E27FC236}">
                <a16:creationId xmlns:a16="http://schemas.microsoft.com/office/drawing/2014/main" id="{97292F85-58E3-E3FD-9921-ABDE46FB0A5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551099">
            <a:off x="6571672" y="2271275"/>
            <a:ext cx="2286001" cy="2281429"/>
          </a:xfrm>
          <a:prstGeom prst="rect">
            <a:avLst/>
          </a:prstGeom>
        </p:spPr>
      </p:pic>
      <p:pic>
        <p:nvPicPr>
          <p:cNvPr id="3" name="Picture 2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60C888A3-7452-1A2B-0D6B-3F0E98050B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329" y="2271275"/>
            <a:ext cx="2286000" cy="2286000"/>
          </a:xfrm>
          <a:prstGeom prst="rect">
            <a:avLst/>
          </a:prstGeom>
        </p:spPr>
      </p:pic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5FAE89B-11C1-87E5-3317-2EA06E73EEC9}"/>
              </a:ext>
            </a:extLst>
          </p:cNvPr>
          <p:cNvSpPr txBox="1">
            <a:spLocks/>
          </p:cNvSpPr>
          <p:nvPr/>
        </p:nvSpPr>
        <p:spPr>
          <a:xfrm>
            <a:off x="4767498" y="1058216"/>
            <a:ext cx="2656999" cy="29633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ulish"/>
              </a:rPr>
              <a:t>LOREM IPSUM LABEL</a:t>
            </a:r>
            <a:endParaRPr lang="en-US" dirty="0">
              <a:latin typeface="Mulish"/>
            </a:endParaRP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E3C3C6B-7378-8D7B-6BB0-9C4692BD8E1D}"/>
              </a:ext>
            </a:extLst>
          </p:cNvPr>
          <p:cNvSpPr txBox="1">
            <a:spLocks/>
          </p:cNvSpPr>
          <p:nvPr/>
        </p:nvSpPr>
        <p:spPr>
          <a:xfrm>
            <a:off x="3471711" y="4748917"/>
            <a:ext cx="5248571" cy="93384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  <a:latin typeface="Mulish"/>
                <a:sym typeface="Wingdings" pitchFamily="2" charset="2"/>
              </a:rPr>
              <a:t>Lorem ipsum dolor sit amet consectetur*</a:t>
            </a:r>
            <a:br>
              <a:rPr lang="en-US" sz="1400" dirty="0">
                <a:solidFill>
                  <a:schemeClr val="tx1"/>
                </a:solidFill>
                <a:latin typeface="Mulish"/>
                <a:sym typeface="Wingdings" pitchFamily="2" charset="2"/>
              </a:rPr>
            </a:br>
            <a:r>
              <a:rPr lang="en-US" sz="1400" dirty="0">
                <a:solidFill>
                  <a:schemeClr val="tx1"/>
                </a:solidFill>
                <a:latin typeface="Mulish"/>
                <a:sym typeface="Wingdings" pitchFamily="2" charset="2"/>
              </a:rPr>
              <a:t>but consectetur adipiscing elit sed do**</a:t>
            </a:r>
            <a:endParaRPr lang="en-US" sz="900" dirty="0">
              <a:solidFill>
                <a:schemeClr val="tx1"/>
              </a:solidFill>
              <a:latin typeface="Mulish"/>
              <a:sym typeface="Wingdings" pitchFamily="2" charset="2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Mulish"/>
                <a:sym typeface="Wingdings" pitchFamily="2" charset="2"/>
              </a:rPr>
              <a:t>Lorem ipsum dolor sit amet consectetur adipiscing?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7AEBCC3-6CAA-A0DF-828D-B81F8D97B32E}"/>
              </a:ext>
            </a:extLst>
          </p:cNvPr>
          <p:cNvSpPr txBox="1">
            <a:spLocks/>
          </p:cNvSpPr>
          <p:nvPr/>
        </p:nvSpPr>
        <p:spPr>
          <a:xfrm>
            <a:off x="1553401" y="1477970"/>
            <a:ext cx="9134475" cy="60166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latin typeface="Lora"/>
              </a:rPr>
              <a:t>Lorem ipsum dolor sit amet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1C8D749E-41BC-5292-E24E-BBE9FB656A68}"/>
              </a:ext>
            </a:extLst>
          </p:cNvPr>
          <p:cNvSpPr txBox="1">
            <a:spLocks/>
          </p:cNvSpPr>
          <p:nvPr/>
        </p:nvSpPr>
        <p:spPr>
          <a:xfrm>
            <a:off x="2709518" y="6132022"/>
            <a:ext cx="6772956" cy="424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1"/>
                </a:solidFill>
                <a:latin typeface="Mulish"/>
                <a:sym typeface="Wingdings" pitchFamily="2" charset="2"/>
              </a:rPr>
              <a:t>*https://example.com/source-one</a:t>
            </a:r>
            <a:br>
              <a:rPr lang="en-US" sz="800">
                <a:solidFill>
                  <a:schemeClr val="tx1"/>
                </a:solidFill>
                <a:latin typeface="Mulish"/>
                <a:sym typeface="Wingdings" pitchFamily="2" charset="2"/>
              </a:rPr>
            </a:br>
            <a:r>
              <a:rPr lang="en-US" sz="800">
                <a:solidFill>
                  <a:schemeClr val="tx1"/>
                </a:solidFill>
                <a:latin typeface="Mulish"/>
                <a:sym typeface="Wingdings" pitchFamily="2" charset="2"/>
              </a:rPr>
              <a:t>**https://example.com/source-two</a:t>
            </a:r>
            <a:endParaRPr lang="en-US" sz="800" dirty="0">
              <a:solidFill>
                <a:schemeClr val="tx1"/>
              </a:solidFill>
              <a:latin typeface="Mulish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7567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DED5-FE3B-FA73-4E49-955537D8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A47F12-5F56-112F-6E7F-4000DF8257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400" cy="1049866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8CC8C3B-FDF7-101C-431A-4FD15EE5E062}"/>
              </a:ext>
            </a:extLst>
          </p:cNvPr>
          <p:cNvSpPr txBox="1">
            <a:spLocks/>
          </p:cNvSpPr>
          <p:nvPr/>
        </p:nvSpPr>
        <p:spPr>
          <a:xfrm>
            <a:off x="4921827" y="2175481"/>
            <a:ext cx="5523347" cy="112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>
                <a:solidFill>
                  <a:schemeClr val="tx1"/>
                </a:solidFill>
                <a:latin typeface="Lora"/>
              </a:rPr>
              <a:t>Lorem ipsum dolor sit</a:t>
            </a:r>
            <a:endParaRPr lang="en-US" b="0" baseline="0" dirty="0">
              <a:solidFill>
                <a:schemeClr val="tx1"/>
              </a:solidFill>
              <a:latin typeface="Lora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0B328DF-656C-BB83-8540-184EC59A03AF}"/>
              </a:ext>
            </a:extLst>
          </p:cNvPr>
          <p:cNvSpPr txBox="1">
            <a:spLocks/>
          </p:cNvSpPr>
          <p:nvPr/>
        </p:nvSpPr>
        <p:spPr>
          <a:xfrm>
            <a:off x="4921827" y="1928409"/>
            <a:ext cx="5523346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C9DD7-FBC8-832D-1DAA-BEAF16991854}"/>
              </a:ext>
            </a:extLst>
          </p:cNvPr>
          <p:cNvSpPr txBox="1"/>
          <p:nvPr/>
        </p:nvSpPr>
        <p:spPr>
          <a:xfrm>
            <a:off x="4921827" y="3036395"/>
            <a:ext cx="5523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Mulish"/>
                <a:sym typeface="Wingdings" pitchFamily="2" charset="2"/>
              </a:rPr>
              <a:t>Lorem ipsum dolor sit amet</a:t>
            </a:r>
          </a:p>
          <a:p>
            <a:pPr algn="l"/>
            <a:endParaRPr lang="en-US" sz="1400" dirty="0">
              <a:solidFill>
                <a:schemeClr val="tx1"/>
              </a:solidFill>
              <a:latin typeface="Mulish"/>
              <a:sym typeface="Wingdings" pitchFamily="2" charset="2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  <a:latin typeface="Mulish"/>
                <a:sym typeface="Wingdings" pitchFamily="2" charset="2"/>
              </a:rPr>
              <a:t>Consectetur adipiscing elit sed do eiusmod tempor incididunt ut labore</a:t>
            </a:r>
          </a:p>
        </p:txBody>
      </p:sp>
      <p:pic>
        <p:nvPicPr>
          <p:cNvPr id="10" name="Picture 9" descr="A person standing on a mountain looking at a map&#10;&#10;AI-generated content may be incorrect.">
            <a:extLst>
              <a:ext uri="{FF2B5EF4-FFF2-40B4-BE49-F238E27FC236}">
                <a16:creationId xmlns:a16="http://schemas.microsoft.com/office/drawing/2014/main" id="{CFE3CDEE-F247-3388-DB7B-CE7E5B5330B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438517" cy="443544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754827-823E-3910-3CE6-EF06E937C3F9}"/>
              </a:ext>
            </a:extLst>
          </p:cNvPr>
          <p:cNvSpPr/>
          <p:nvPr/>
        </p:nvSpPr>
        <p:spPr>
          <a:xfrm>
            <a:off x="0" y="4435446"/>
            <a:ext cx="4438517" cy="242255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70B684-DFB4-A724-1924-B636BFDA219A}"/>
              </a:ext>
            </a:extLst>
          </p:cNvPr>
          <p:cNvSpPr txBox="1"/>
          <p:nvPr/>
        </p:nvSpPr>
        <p:spPr>
          <a:xfrm>
            <a:off x="260571" y="4938837"/>
            <a:ext cx="39173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i="1" dirty="0">
                <a:solidFill>
                  <a:schemeClr val="bg1"/>
                </a:solidFill>
                <a:latin typeface="Mulish"/>
                <a:sym typeface="Wingdings" pitchFamily="2" charset="2"/>
              </a:rPr>
              <a:t>Lorem ipsum dolor sit amet;</a:t>
            </a:r>
          </a:p>
          <a:p>
            <a:pPr algn="l"/>
            <a:r>
              <a:rPr lang="en-US" sz="1400" i="1" dirty="0">
                <a:solidFill>
                  <a:schemeClr val="bg1"/>
                </a:solidFill>
                <a:latin typeface="Mulish"/>
                <a:sym typeface="Wingdings" pitchFamily="2" charset="2"/>
              </a:rPr>
              <a:t>Consectetur adipiscing elit.</a:t>
            </a:r>
          </a:p>
          <a:p>
            <a:pPr algn="l"/>
            <a:r>
              <a:rPr lang="en-US" sz="1400" i="1" dirty="0">
                <a:solidFill>
                  <a:schemeClr val="bg1"/>
                </a:solidFill>
                <a:latin typeface="Mulish"/>
                <a:sym typeface="Wingdings" pitchFamily="2" charset="2"/>
              </a:rPr>
              <a:t>… Sed do eiusmod tempor,</a:t>
            </a:r>
          </a:p>
          <a:p>
            <a:pPr algn="l"/>
            <a:r>
              <a:rPr lang="en-US" sz="1400" i="1" dirty="0">
                <a:solidFill>
                  <a:schemeClr val="bg1"/>
                </a:solidFill>
                <a:latin typeface="Mulish"/>
                <a:sym typeface="Wingdings" pitchFamily="2" charset="2"/>
              </a:rPr>
              <a:t>Incididunt ut labore et dolore magna aliqua.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Mulish"/>
                <a:sym typeface="Wingdings" pitchFamily="2" charset="2"/>
              </a:rPr>
              <a:t>Lorem 1:1, 2</a:t>
            </a:r>
          </a:p>
        </p:txBody>
      </p:sp>
    </p:spTree>
    <p:extLst>
      <p:ext uri="{BB962C8B-B14F-4D97-AF65-F5344CB8AC3E}">
        <p14:creationId xmlns:p14="http://schemas.microsoft.com/office/powerpoint/2010/main" val="1201274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C79B-A65B-78D5-0F92-135DB911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569748-E699-454E-665E-7BBC3583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400" cy="104986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04BE16-07E9-4A40-1A86-D430C021F9DE}"/>
              </a:ext>
            </a:extLst>
          </p:cNvPr>
          <p:cNvSpPr/>
          <p:nvPr/>
        </p:nvSpPr>
        <p:spPr>
          <a:xfrm>
            <a:off x="0" y="0"/>
            <a:ext cx="8442036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1C17E4B-4979-1606-3D62-9A98BFD77A1F}"/>
              </a:ext>
            </a:extLst>
          </p:cNvPr>
          <p:cNvSpPr txBox="1">
            <a:spLocks/>
          </p:cNvSpPr>
          <p:nvPr/>
        </p:nvSpPr>
        <p:spPr>
          <a:xfrm>
            <a:off x="699432" y="1944572"/>
            <a:ext cx="4934750" cy="11268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0" dirty="0">
                <a:solidFill>
                  <a:schemeClr val="bg1"/>
                </a:solidFill>
                <a:latin typeface="Lora"/>
              </a:rPr>
              <a:t>Lorem ipsum dolor sit amet consectetur</a:t>
            </a:r>
            <a:endParaRPr lang="en-US" sz="4400" b="0" baseline="0" dirty="0">
              <a:solidFill>
                <a:schemeClr val="bg1"/>
              </a:solidFill>
              <a:latin typeface="Lo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9A7AC-60D6-AE51-5599-F349188010A0}"/>
              </a:ext>
            </a:extLst>
          </p:cNvPr>
          <p:cNvSpPr txBox="1"/>
          <p:nvPr/>
        </p:nvSpPr>
        <p:spPr>
          <a:xfrm>
            <a:off x="699432" y="3579708"/>
            <a:ext cx="44385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ulish"/>
              </a:rPr>
              <a:t>Lorem ipsum dolor sit amet consectetur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ulish"/>
              </a:rPr>
              <a:t>Adipiscing elit </a:t>
            </a:r>
            <a:r>
              <a:rPr lang="en-US" sz="1400" dirty="0">
                <a:solidFill>
                  <a:schemeClr val="bg1"/>
                </a:solidFill>
                <a:latin typeface="Mulish"/>
                <a:sym typeface="Wingdings" pitchFamily="2" charset="2"/>
              </a:rPr>
              <a:t>sed do eiusmod tempor incididunt: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ulish"/>
              </a:rPr>
              <a:t>Lorem ipsum dolor sit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ulish"/>
              </a:rPr>
              <a:t>Consectetur adipiscing elit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ulish"/>
              </a:rPr>
              <a:t>Sed do eiusmod tempor incididunt ut labore</a:t>
            </a:r>
            <a:endParaRPr lang="en-US" sz="1400" dirty="0">
              <a:solidFill>
                <a:schemeClr val="bg1"/>
              </a:solidFill>
              <a:latin typeface="Mulish"/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8DB9A-9963-2CA8-3F04-13DB4C6AF8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2778" y="580034"/>
            <a:ext cx="4438517" cy="34966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029F5E2-4A63-354B-4132-1974CF057B75}"/>
              </a:ext>
            </a:extLst>
          </p:cNvPr>
          <p:cNvSpPr/>
          <p:nvPr/>
        </p:nvSpPr>
        <p:spPr>
          <a:xfrm>
            <a:off x="6222778" y="4307769"/>
            <a:ext cx="4438517" cy="1570181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E1F3A-68F4-7A99-A7B0-13F47618F668}"/>
              </a:ext>
            </a:extLst>
          </p:cNvPr>
          <p:cNvSpPr txBox="1"/>
          <p:nvPr/>
        </p:nvSpPr>
        <p:spPr>
          <a:xfrm>
            <a:off x="6483349" y="4538861"/>
            <a:ext cx="391737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i="1" dirty="0">
                <a:solidFill>
                  <a:schemeClr val="tx1"/>
                </a:solidFill>
                <a:latin typeface="Mulish"/>
              </a:rPr>
              <a:t>“Lorem ipsum dolor sit amet, consectetur adipiscing elit sed do eiusmod tempor.” </a:t>
            </a:r>
          </a:p>
          <a:p>
            <a:pPr algn="l"/>
            <a:r>
              <a:rPr lang="en-US" sz="1200" b="1" i="0" dirty="0">
                <a:solidFill>
                  <a:schemeClr val="tx1"/>
                </a:solidFill>
                <a:latin typeface="Mulish"/>
              </a:rPr>
              <a:t>Lorem Ipsum, placeholder description text here</a:t>
            </a:r>
            <a:endParaRPr lang="en-US" sz="1200" b="1" i="0" dirty="0">
              <a:solidFill>
                <a:schemeClr val="tx1"/>
              </a:solidFill>
              <a:latin typeface="Mulish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08777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1E2BE-B023-D70F-8A63-C93F4364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77CF61-72FF-6EBC-66DE-1EA4575E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400" cy="1049866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D87D178-F400-4AE3-C591-3AB0047C8393}"/>
              </a:ext>
            </a:extLst>
          </p:cNvPr>
          <p:cNvSpPr txBox="1">
            <a:spLocks/>
          </p:cNvSpPr>
          <p:nvPr/>
        </p:nvSpPr>
        <p:spPr>
          <a:xfrm>
            <a:off x="720436" y="899551"/>
            <a:ext cx="5523347" cy="112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>
                <a:solidFill>
                  <a:schemeClr val="tx1"/>
                </a:solidFill>
                <a:latin typeface="Lora"/>
              </a:rPr>
              <a:t>Lorem ipsum dolor</a:t>
            </a:r>
            <a:endParaRPr lang="en-US" b="0" baseline="0" dirty="0">
              <a:solidFill>
                <a:schemeClr val="tx1"/>
              </a:solidFill>
              <a:latin typeface="Lora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7F461B0-AB31-D630-C4D9-D4C556D8E41F}"/>
              </a:ext>
            </a:extLst>
          </p:cNvPr>
          <p:cNvSpPr txBox="1">
            <a:spLocks/>
          </p:cNvSpPr>
          <p:nvPr/>
        </p:nvSpPr>
        <p:spPr>
          <a:xfrm>
            <a:off x="720436" y="663028"/>
            <a:ext cx="4008582" cy="473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5D2E68-37C4-ABCE-266D-CA47D44A15A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0437" y="2422553"/>
            <a:ext cx="4008581" cy="4435446"/>
          </a:xfrm>
          <a:prstGeom prst="rect">
            <a:avLst/>
          </a:prstGeom>
        </p:spPr>
      </p:pic>
      <p:pic>
        <p:nvPicPr>
          <p:cNvPr id="10" name="Picture 9" descr="A screen with a graphic on it&#10;&#10;AI-generated content may be incorrect.">
            <a:extLst>
              <a:ext uri="{FF2B5EF4-FFF2-40B4-BE49-F238E27FC236}">
                <a16:creationId xmlns:a16="http://schemas.microsoft.com/office/drawing/2014/main" id="{6EA8A006-71E1-BC64-5F20-702D56D4C99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1169" y="2422553"/>
            <a:ext cx="918016" cy="31454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D2CEA6-1414-9311-71CF-6D2B774CC62D}"/>
              </a:ext>
            </a:extLst>
          </p:cNvPr>
          <p:cNvSpPr txBox="1"/>
          <p:nvPr/>
        </p:nvSpPr>
        <p:spPr>
          <a:xfrm>
            <a:off x="6334874" y="2533385"/>
            <a:ext cx="513668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  <a:t>Lorem ipsum dolor sit amet, consectetur adipiscing elit sed do eiusmod.</a:t>
            </a:r>
            <a:b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</a:br>
            <a:endParaRPr lang="en-US" sz="1300" kern="1200" dirty="0">
              <a:solidFill>
                <a:schemeClr val="tx1"/>
              </a:solidFill>
              <a:effectLst/>
              <a:latin typeface="Mulish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  <a:t>Tempor incididunt ut labore et dolore magna aliqua ut enim ad minim.</a:t>
            </a:r>
            <a:b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</a:br>
            <a:endParaRPr lang="en-US" sz="1300" kern="1200" dirty="0">
              <a:solidFill>
                <a:schemeClr val="tx1"/>
              </a:solidFill>
              <a:effectLst/>
              <a:latin typeface="Mulish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  <a:t>Veniam quis nostrud exercitation ullamco laboris nisi ut aliquip ex ea.</a:t>
            </a:r>
            <a:b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</a:br>
            <a:endParaRPr lang="en-US" sz="1300" kern="1200" dirty="0">
              <a:solidFill>
                <a:schemeClr val="tx1"/>
              </a:solidFill>
              <a:effectLst/>
              <a:latin typeface="Mulish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  <a:t>Commodo consequat duis aute irure dolor in reprehenderit in voluptate.</a:t>
            </a:r>
            <a:b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</a:br>
            <a:endParaRPr lang="en-US" sz="1300" kern="1200" dirty="0">
              <a:solidFill>
                <a:schemeClr val="tx1"/>
              </a:solidFill>
              <a:effectLst/>
              <a:latin typeface="Mulish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kern="1200" dirty="0">
                <a:solidFill>
                  <a:schemeClr val="tx1"/>
                </a:solidFill>
                <a:effectLst/>
                <a:latin typeface="Mulish"/>
              </a:rPr>
              <a:t>Velit esse cillum dolore eu fugiat nulla pariatur excepteur sint occaecat.</a:t>
            </a:r>
          </a:p>
        </p:txBody>
      </p:sp>
    </p:spTree>
    <p:extLst>
      <p:ext uri="{BB962C8B-B14F-4D97-AF65-F5344CB8AC3E}">
        <p14:creationId xmlns:p14="http://schemas.microsoft.com/office/powerpoint/2010/main" val="2882261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7142-F408-0CC9-6905-C5924F799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0DCDE7-2F8B-904E-D351-140DE9D6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400" cy="104986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B57B8C-1D94-B953-92FB-A03CA312AB73}"/>
              </a:ext>
            </a:extLst>
          </p:cNvPr>
          <p:cNvSpPr/>
          <p:nvPr/>
        </p:nvSpPr>
        <p:spPr>
          <a:xfrm>
            <a:off x="703915" y="717131"/>
            <a:ext cx="4438517" cy="320832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08E9E14-76B2-6194-4033-6A7BABB7F1B5}"/>
              </a:ext>
            </a:extLst>
          </p:cNvPr>
          <p:cNvSpPr txBox="1">
            <a:spLocks/>
          </p:cNvSpPr>
          <p:nvPr/>
        </p:nvSpPr>
        <p:spPr>
          <a:xfrm>
            <a:off x="1055964" y="1258207"/>
            <a:ext cx="3682292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>
                <a:solidFill>
                  <a:schemeClr val="bg1"/>
                </a:solidFill>
                <a:latin typeface="Lora"/>
              </a:rPr>
              <a:t>Lorem ipsum dolor sit</a:t>
            </a:r>
            <a:endParaRPr lang="en-US" b="0" baseline="0" dirty="0">
              <a:solidFill>
                <a:schemeClr val="bg1"/>
              </a:solidFill>
              <a:latin typeface="Lora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DCA2858C-EACD-C7F7-DAB8-009735139A0D}"/>
              </a:ext>
            </a:extLst>
          </p:cNvPr>
          <p:cNvSpPr txBox="1">
            <a:spLocks/>
          </p:cNvSpPr>
          <p:nvPr/>
        </p:nvSpPr>
        <p:spPr>
          <a:xfrm>
            <a:off x="1055964" y="952161"/>
            <a:ext cx="5523346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6284B-EA34-8A77-CBFB-B4FB977244B3}"/>
              </a:ext>
            </a:extLst>
          </p:cNvPr>
          <p:cNvSpPr txBox="1"/>
          <p:nvPr/>
        </p:nvSpPr>
        <p:spPr>
          <a:xfrm>
            <a:off x="3003768" y="4420686"/>
            <a:ext cx="4985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Mulish"/>
              </a:rPr>
              <a:t>“Lorem ipsum dolor sit amet, consectetur adipiscing elit. Sed do eiusmod tempor incididunt ut labore et dolore magna aliqua.”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Mulish"/>
                <a:sym typeface="Wingdings" pitchFamily="2" charset="2"/>
              </a:rPr>
              <a:t>Lorem Ipsum, placeholder description text here</a:t>
            </a:r>
          </a:p>
        </p:txBody>
      </p:sp>
      <p:pic>
        <p:nvPicPr>
          <p:cNvPr id="11" name="Picture 10" descr="A screenshot of a website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AE7A9498-6286-7F9F-025F-EB2AF50D03E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61"/>
          <a:stretch>
            <a:fillRect/>
          </a:stretch>
        </p:blipFill>
        <p:spPr>
          <a:xfrm>
            <a:off x="5142432" y="717131"/>
            <a:ext cx="6345653" cy="320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2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2B4F88-6CB4-0C5D-67C1-60700C080E72}"/>
              </a:ext>
            </a:extLst>
          </p:cNvPr>
          <p:cNvSpPr/>
          <p:nvPr/>
        </p:nvSpPr>
        <p:spPr>
          <a:xfrm>
            <a:off x="0" y="3649677"/>
            <a:ext cx="12192000" cy="3208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851D972-DA9E-8593-0B01-C4FBC3EDF223}"/>
              </a:ext>
            </a:extLst>
          </p:cNvPr>
          <p:cNvSpPr txBox="1">
            <a:spLocks/>
          </p:cNvSpPr>
          <p:nvPr/>
        </p:nvSpPr>
        <p:spPr>
          <a:xfrm>
            <a:off x="2453551" y="483480"/>
            <a:ext cx="7284896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0" dirty="0">
                <a:solidFill>
                  <a:schemeClr val="tx1"/>
                </a:solidFill>
                <a:latin typeface="Lora"/>
              </a:rPr>
              <a:t>Lorem and Ipsum Dolor</a:t>
            </a:r>
            <a:endParaRPr lang="en-US" b="0" baseline="0" dirty="0">
              <a:solidFill>
                <a:schemeClr val="tx1"/>
              </a:solidFill>
              <a:latin typeface="Lora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E4169CB-A07E-DBA1-DA11-6688B6C46DA8}"/>
              </a:ext>
            </a:extLst>
          </p:cNvPr>
          <p:cNvSpPr txBox="1">
            <a:spLocks/>
          </p:cNvSpPr>
          <p:nvPr/>
        </p:nvSpPr>
        <p:spPr>
          <a:xfrm>
            <a:off x="3334326" y="382619"/>
            <a:ext cx="5523346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 in action: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EB3330-BDAE-5DDF-5B16-2CBFF931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9" cy="1049866"/>
          </a:xfrm>
          <a:prstGeom prst="rect">
            <a:avLst/>
          </a:prstGeom>
        </p:spPr>
      </p:pic>
      <p:sp>
        <p:nvSpPr>
          <p:cNvPr id="7" name="Video Placeholder BG">
            <a:extLst>
              <a:ext uri="{FF2B5EF4-FFF2-40B4-BE49-F238E27FC236}">
                <a16:creationId xmlns:a16="http://schemas.microsoft.com/office/drawing/2014/main" id="{4EAC05E6-571B-2646-9934-B172FB49E237}"/>
              </a:ext>
            </a:extLst>
          </p:cNvPr>
          <p:cNvSpPr/>
          <p:nvPr/>
        </p:nvSpPr>
        <p:spPr>
          <a:xfrm>
            <a:off x="2453640" y="2028189"/>
            <a:ext cx="7284720" cy="4104640"/>
          </a:xfrm>
          <a:prstGeom prst="rect">
            <a:avLst/>
          </a:prstGeom>
          <a:solidFill>
            <a:srgbClr val="1324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b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Video Placeholder</a:t>
            </a:r>
          </a:p>
        </p:txBody>
      </p:sp>
      <p:pic>
        <p:nvPicPr>
          <p:cNvPr id="8" name="Graphic 8" descr="Play icon placeholder for vide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0" y="35052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53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EB3330-BDAE-5DDF-5B16-2CBFF931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400" cy="10498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C21811-1334-EF41-8969-2BE9D2A03A66}"/>
              </a:ext>
            </a:extLst>
          </p:cNvPr>
          <p:cNvSpPr/>
          <p:nvPr/>
        </p:nvSpPr>
        <p:spPr>
          <a:xfrm>
            <a:off x="0" y="0"/>
            <a:ext cx="2658460" cy="685799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2AF020E-B8DB-5F69-EE26-C41FA33EFA4C}"/>
              </a:ext>
            </a:extLst>
          </p:cNvPr>
          <p:cNvSpPr txBox="1">
            <a:spLocks/>
          </p:cNvSpPr>
          <p:nvPr/>
        </p:nvSpPr>
        <p:spPr>
          <a:xfrm>
            <a:off x="5149499" y="1805461"/>
            <a:ext cx="4579292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>
                <a:solidFill>
                  <a:schemeClr val="tx1"/>
                </a:solidFill>
                <a:latin typeface="Lora"/>
              </a:rPr>
              <a:t>Lorem and Ipsum Dolor</a:t>
            </a:r>
            <a:endParaRPr lang="en-US" b="0" baseline="0" dirty="0">
              <a:solidFill>
                <a:schemeClr val="tx1"/>
              </a:solidFill>
              <a:latin typeface="Lora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5ADF2C9-125A-080A-3C36-4E6B11B5DA93}"/>
              </a:ext>
            </a:extLst>
          </p:cNvPr>
          <p:cNvSpPr txBox="1">
            <a:spLocks/>
          </p:cNvSpPr>
          <p:nvPr/>
        </p:nvSpPr>
        <p:spPr>
          <a:xfrm>
            <a:off x="5170761" y="1558388"/>
            <a:ext cx="5523346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 in action: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69DDD-DE07-6495-30CB-D90D35E8200D}"/>
              </a:ext>
            </a:extLst>
          </p:cNvPr>
          <p:cNvSpPr txBox="1"/>
          <p:nvPr/>
        </p:nvSpPr>
        <p:spPr>
          <a:xfrm>
            <a:off x="5149499" y="3428999"/>
            <a:ext cx="45792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Mulish"/>
              </a:rPr>
              <a:t>“Lorem ipsum dolor sit amet, consectetur adipiscing elit. Sed do eiusmod tempor incididunt ut labore et dolore magna aliqua ut enim ad minim veniam quis nostrud exercitation.”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6BB93F-B630-BD81-A5EF-A051FF5544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7406" y="0"/>
            <a:ext cx="3682293" cy="578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01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B17F2-E71D-4837-0F3F-849F512E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8C51E8-A679-86B0-848E-7313EF5A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9" cy="104986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112FC-C05F-122D-7A05-87256D893B08}"/>
              </a:ext>
            </a:extLst>
          </p:cNvPr>
          <p:cNvSpPr txBox="1">
            <a:spLocks/>
          </p:cNvSpPr>
          <p:nvPr/>
        </p:nvSpPr>
        <p:spPr>
          <a:xfrm>
            <a:off x="2423917" y="1614074"/>
            <a:ext cx="5472428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0" baseline="0" dirty="0">
                <a:solidFill>
                  <a:schemeClr val="bg1"/>
                </a:solidFill>
                <a:latin typeface="Lora"/>
              </a:rPr>
              <a:t>Lorem ipsum dolor sit amet consectetur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F7244C-2856-AF05-C670-5B4D9CD9FFD0}"/>
              </a:ext>
            </a:extLst>
          </p:cNvPr>
          <p:cNvSpPr txBox="1"/>
          <p:nvPr/>
        </p:nvSpPr>
        <p:spPr>
          <a:xfrm>
            <a:off x="2423917" y="3549146"/>
            <a:ext cx="77724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FEFFFF"/>
                </a:solidFill>
                <a:latin typeface="Mulish"/>
              </a:rPr>
              <a:t>Lorem ipsum dolor sit amet</a:t>
            </a:r>
          </a:p>
          <a:p>
            <a:r>
              <a:rPr lang="en-US" sz="1200">
                <a:solidFill>
                  <a:srgbClr val="FEFFFF"/>
                </a:solidFill>
                <a:latin typeface="Mulish"/>
              </a:rPr>
              <a:t> </a:t>
            </a:r>
          </a:p>
          <a:p>
            <a:pPr algn="l"/>
            <a:r>
              <a:rPr lang="en-US" sz="1400" dirty="0">
                <a:solidFill>
                  <a:srgbClr val="FEFFFF"/>
                </a:solidFill>
                <a:latin typeface="Mulish"/>
              </a:rPr>
              <a:t>Consectetur adipiscing elit sed do eiusmod tempor incididunt: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EFFFF"/>
                </a:solidFill>
                <a:latin typeface="Mulish"/>
              </a:rPr>
              <a:t>Lorem ipsum dolor sit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EFFFF"/>
                </a:solidFill>
                <a:latin typeface="Mulish"/>
              </a:rPr>
              <a:t>Consectetur adipiscing elit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EFFFF"/>
                </a:solidFill>
                <a:latin typeface="Mulish"/>
              </a:rPr>
              <a:t>Sed do eiusmod tempor incididunt ut labore</a:t>
            </a:r>
          </a:p>
        </p:txBody>
      </p:sp>
    </p:spTree>
    <p:extLst>
      <p:ext uri="{BB962C8B-B14F-4D97-AF65-F5344CB8AC3E}">
        <p14:creationId xmlns:p14="http://schemas.microsoft.com/office/powerpoint/2010/main" val="3485292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4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Label">
            <a:extLst>
              <a:ext uri="{FF2B5EF4-FFF2-40B4-BE49-F238E27FC236}">
                <a16:creationId xmlns:a16="http://schemas.microsoft.com/office/drawing/2014/main" id="{590656D1-E1F9-F546-A6D5-A49330FB5FD7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Mulish"/>
              </a:rPr>
              <a:t>LOREM IPSUM DOLOR SIT</a:t>
            </a:r>
          </a:p>
        </p:txBody>
      </p:sp>
      <p:sp>
        <p:nvSpPr>
          <p:cNvPr id="3" name="End Title">
            <a:extLst>
              <a:ext uri="{FF2B5EF4-FFF2-40B4-BE49-F238E27FC236}">
                <a16:creationId xmlns:a16="http://schemas.microsoft.com/office/drawing/2014/main" id="{2D884258-EF76-2B40-913D-ED19EE204699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Lora"/>
              </a:rPr>
              <a:t>Thank You</a:t>
            </a: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568C51E8-A679-86B0-848E-7313EF5A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9" cy="104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21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BEA46D-CECB-46BA-20ED-82CDCFD4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9" cy="10498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A5664-36A3-12B0-3E94-D6637C257A5C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2A65A"/>
                </a:solidFill>
                <a:latin typeface="Mulish"/>
              </a:rPr>
              <a:t>LOREM IPSUM CONSECTETUR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7D181-E3AC-CC18-CE41-3ED37D733096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13242A"/>
                </a:solidFill>
                <a:latin typeface="Lora"/>
              </a:rPr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738209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AB45-7A86-E00E-7189-D4998E26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8B5E2-EF30-CE91-FAEC-77049BB08229}"/>
              </a:ext>
            </a:extLst>
          </p:cNvPr>
          <p:cNvSpPr txBox="1">
            <a:spLocks/>
          </p:cNvSpPr>
          <p:nvPr/>
        </p:nvSpPr>
        <p:spPr>
          <a:xfrm>
            <a:off x="5893778" y="1222158"/>
            <a:ext cx="4579292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baseline="0" dirty="0">
                <a:solidFill>
                  <a:schemeClr val="tx1"/>
                </a:solidFill>
                <a:latin typeface="Lora"/>
              </a:rPr>
              <a:t>Lorem Ipsum Dolor (LID)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86E5613-A4FE-8EAE-A349-F00A97366BF2}"/>
              </a:ext>
            </a:extLst>
          </p:cNvPr>
          <p:cNvSpPr txBox="1">
            <a:spLocks/>
          </p:cNvSpPr>
          <p:nvPr/>
        </p:nvSpPr>
        <p:spPr>
          <a:xfrm>
            <a:off x="5893778" y="2598624"/>
            <a:ext cx="5523346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 label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110BD-A280-9CEA-093C-56C0DDF0EE83}"/>
              </a:ext>
            </a:extLst>
          </p:cNvPr>
          <p:cNvSpPr txBox="1"/>
          <p:nvPr/>
        </p:nvSpPr>
        <p:spPr>
          <a:xfrm>
            <a:off x="5904408" y="3391786"/>
            <a:ext cx="45792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Mulish"/>
              </a:rPr>
              <a:t>Lorem ipsum </a:t>
            </a:r>
            <a:r>
              <a:rPr lang="en-US" sz="1400" dirty="0">
                <a:solidFill>
                  <a:schemeClr val="tx1"/>
                </a:solidFill>
                <a:latin typeface="Mulish"/>
                <a:sym typeface="Wingdings" pitchFamily="2" charset="2"/>
              </a:rPr>
              <a:t> dolor sit amet</a:t>
            </a:r>
            <a:endParaRPr lang="en-US" sz="1400" dirty="0">
              <a:solidFill>
                <a:schemeClr val="tx1"/>
              </a:solidFill>
              <a:latin typeface="Mulish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Consectetur adipiscing elit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Sed do eiusmod tempor incididunt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Ut labore et dolore magna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Aliqua ut enim ad minim veniam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1B6A7-247D-5C84-01AC-6F639B3907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74428"/>
            <a:ext cx="5523346" cy="69324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65A9B-235F-00D5-EE16-1369F2C08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05663" y="5808133"/>
            <a:ext cx="787399" cy="10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760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076F06-8DEA-1FC5-D91F-96D7FCFE58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8224" y="-74428"/>
            <a:ext cx="5893776" cy="6932428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1207AC1-A753-FBAC-6467-7A8912F35163}"/>
              </a:ext>
            </a:extLst>
          </p:cNvPr>
          <p:cNvSpPr txBox="1">
            <a:spLocks/>
          </p:cNvSpPr>
          <p:nvPr/>
        </p:nvSpPr>
        <p:spPr>
          <a:xfrm>
            <a:off x="944056" y="1222158"/>
            <a:ext cx="4579292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baseline="0" dirty="0">
                <a:solidFill>
                  <a:schemeClr val="tx1"/>
                </a:solidFill>
                <a:latin typeface="Lora"/>
              </a:rPr>
              <a:t>Lorem Ipsum Dolor (LID)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5BA452E-E569-957E-F6C7-5C9A9830EEFA}"/>
              </a:ext>
            </a:extLst>
          </p:cNvPr>
          <p:cNvSpPr txBox="1">
            <a:spLocks/>
          </p:cNvSpPr>
          <p:nvPr/>
        </p:nvSpPr>
        <p:spPr>
          <a:xfrm>
            <a:off x="944056" y="2598624"/>
            <a:ext cx="5523346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 label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189D1-B195-AB3E-566D-1BF2DE225487}"/>
              </a:ext>
            </a:extLst>
          </p:cNvPr>
          <p:cNvSpPr txBox="1"/>
          <p:nvPr/>
        </p:nvSpPr>
        <p:spPr>
          <a:xfrm>
            <a:off x="944056" y="3391786"/>
            <a:ext cx="45792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Mulish"/>
              </a:rPr>
              <a:t>Consectetur adipiscing elit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Sed do eiusmod tempor incididunt ut labore et dolore magna aliqua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Ut enim ad minim veniam quis nostrud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Exercitation ullamco laboris nisi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Aliquip ex ea commodo consequat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Mulish"/>
              </a:rPr>
              <a:t>Duis aute irure dolor in reprehenderit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51B64-814B-3071-7E95-89083844E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05663" y="5808133"/>
            <a:ext cx="787399" cy="10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57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A3D3-ED28-E70F-791E-29763932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60EA59-222C-2FB4-C1D8-F37A76E318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9" cy="1049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D9B74E-2780-FF1D-FD90-E06DDF5EF17F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2A65A"/>
                </a:solidFill>
                <a:latin typeface="Mulish"/>
              </a:rPr>
              <a:t>LOREM IPSUM DOLOR SIT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3A9C2-5B5E-5A2A-E8F3-63048C11DDD1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13242A"/>
                </a:solidFill>
                <a:latin typeface="Lor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8777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5A44-9734-ED4D-8AA6-008B5932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E69F26-8879-5B6D-0F43-C0BA7513BE13}"/>
              </a:ext>
            </a:extLst>
          </p:cNvPr>
          <p:cNvSpPr/>
          <p:nvPr/>
        </p:nvSpPr>
        <p:spPr>
          <a:xfrm>
            <a:off x="0" y="5135526"/>
            <a:ext cx="12192000" cy="1722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6BAE32-7A04-29D0-A615-EFCE8F4F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8" cy="10498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E9FD22C-0B9E-94D8-F1FB-EAA15EF77651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2A65A"/>
                </a:solidFill>
                <a:latin typeface="Mulish"/>
              </a:rPr>
              <a:t>LOREM IPSUM CONSECTETUR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5C98A-F56E-8A45-092D-283AC806FE71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13242A"/>
                </a:solidFill>
                <a:latin typeface="Lora"/>
              </a:rPr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3532447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086483-7676-ADC3-82FF-B8815ED156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595422"/>
            <a:ext cx="3583172" cy="53481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52D019-F143-C2EF-4BCD-CAEE8916FD0C}"/>
              </a:ext>
            </a:extLst>
          </p:cNvPr>
          <p:cNvSpPr/>
          <p:nvPr/>
        </p:nvSpPr>
        <p:spPr>
          <a:xfrm>
            <a:off x="6560287" y="595422"/>
            <a:ext cx="5631713" cy="53481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99E81CF-2F46-1BA9-ED70-234AC70C7B7A}"/>
              </a:ext>
            </a:extLst>
          </p:cNvPr>
          <p:cNvSpPr txBox="1">
            <a:spLocks/>
          </p:cNvSpPr>
          <p:nvPr/>
        </p:nvSpPr>
        <p:spPr>
          <a:xfrm>
            <a:off x="7016276" y="1725716"/>
            <a:ext cx="4579292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baseline="0" dirty="0">
                <a:solidFill>
                  <a:schemeClr val="bg1"/>
                </a:solidFill>
                <a:latin typeface="Lora"/>
              </a:rPr>
              <a:t>Lorem ipsum dolor sit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258EC4B-1606-48A0-E951-34701D0080D5}"/>
              </a:ext>
            </a:extLst>
          </p:cNvPr>
          <p:cNvSpPr txBox="1">
            <a:spLocks/>
          </p:cNvSpPr>
          <p:nvPr/>
        </p:nvSpPr>
        <p:spPr>
          <a:xfrm>
            <a:off x="7016614" y="1398449"/>
            <a:ext cx="3713004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 label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D41F7-BA1A-A48F-2D1C-7F2B006C1328}"/>
              </a:ext>
            </a:extLst>
          </p:cNvPr>
          <p:cNvSpPr txBox="1"/>
          <p:nvPr/>
        </p:nvSpPr>
        <p:spPr>
          <a:xfrm>
            <a:off x="7016276" y="3349254"/>
            <a:ext cx="45792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ulish"/>
              </a:rPr>
              <a:t>Consectetur adipiscing elit sed 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ulish"/>
              </a:rPr>
              <a:t>Eiusmod tempor incididunt ut labore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Mulish"/>
              </a:rPr>
              <a:t>Dolore magna aliqua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86DE4-FE8D-AC8F-20B6-9E6ABA13AA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8483" y="595422"/>
            <a:ext cx="2586491" cy="2594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8F7633-4E51-2C1D-A4C4-87350FC844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8484" y="3349254"/>
            <a:ext cx="2586491" cy="2594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FAB6E2-08F9-3016-BE01-B87239D902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05663" y="5808133"/>
            <a:ext cx="787398" cy="10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06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CE9FE8-69E7-BD49-39A6-E879CED40515}"/>
              </a:ext>
            </a:extLst>
          </p:cNvPr>
          <p:cNvSpPr/>
          <p:nvPr/>
        </p:nvSpPr>
        <p:spPr>
          <a:xfrm>
            <a:off x="0" y="3649677"/>
            <a:ext cx="12192000" cy="32083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4611AD4-9C45-648C-6DBD-8B18340A533D}"/>
              </a:ext>
            </a:extLst>
          </p:cNvPr>
          <p:cNvSpPr txBox="1">
            <a:spLocks/>
          </p:cNvSpPr>
          <p:nvPr/>
        </p:nvSpPr>
        <p:spPr>
          <a:xfrm>
            <a:off x="1648982" y="490108"/>
            <a:ext cx="9056681" cy="1623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0" dirty="0">
                <a:solidFill>
                  <a:schemeClr val="tx1"/>
                </a:solidFill>
                <a:latin typeface="Lora"/>
              </a:rPr>
              <a:t>Lorem and Ipsum Dolor’s Story</a:t>
            </a:r>
            <a:endParaRPr lang="en-US" b="0" baseline="0" dirty="0">
              <a:solidFill>
                <a:schemeClr val="tx1"/>
              </a:solidFill>
              <a:latin typeface="Lora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1EF5F9A-DE98-9537-7376-570F124461A8}"/>
              </a:ext>
            </a:extLst>
          </p:cNvPr>
          <p:cNvSpPr txBox="1">
            <a:spLocks/>
          </p:cNvSpPr>
          <p:nvPr/>
        </p:nvSpPr>
        <p:spPr>
          <a:xfrm>
            <a:off x="3334326" y="393252"/>
            <a:ext cx="5523346" cy="494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kern="2000" cap="all" spc="100" baseline="0" dirty="0">
                <a:solidFill>
                  <a:schemeClr val="accent4"/>
                </a:solidFill>
                <a:latin typeface="Mulish"/>
              </a:rPr>
              <a:t>Lorem ipsum dolor sit: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6C9B3-C50D-E106-5446-9134F9F1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8" cy="1049865"/>
          </a:xfrm>
          <a:prstGeom prst="rect">
            <a:avLst/>
          </a:prstGeom>
        </p:spPr>
      </p:pic>
      <p:sp>
        <p:nvSpPr>
          <p:cNvPr id="7" name="Video Placeholder BG">
            <a:extLst>
              <a:ext uri="{FF2B5EF4-FFF2-40B4-BE49-F238E27FC236}">
                <a16:creationId xmlns:a16="http://schemas.microsoft.com/office/drawing/2014/main" id="{E68AC603-E010-EF4E-8ACE-4D8AB8E877CF}"/>
              </a:ext>
            </a:extLst>
          </p:cNvPr>
          <p:cNvSpPr/>
          <p:nvPr/>
        </p:nvSpPr>
        <p:spPr>
          <a:xfrm>
            <a:off x="2453640" y="2028189"/>
            <a:ext cx="7284720" cy="4104640"/>
          </a:xfrm>
          <a:prstGeom prst="rect">
            <a:avLst/>
          </a:prstGeom>
          <a:solidFill>
            <a:srgbClr val="1324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b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Video Placeholder</a:t>
            </a:r>
          </a:p>
        </p:txBody>
      </p:sp>
      <p:pic>
        <p:nvPicPr>
          <p:cNvPr id="8" name="Graphic 8" descr="Play icon placeholder for vide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0" y="35052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82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593B46-972A-3009-110F-C5348B8A9C3E}"/>
              </a:ext>
            </a:extLst>
          </p:cNvPr>
          <p:cNvSpPr/>
          <p:nvPr/>
        </p:nvSpPr>
        <p:spPr>
          <a:xfrm>
            <a:off x="0" y="5135526"/>
            <a:ext cx="12192000" cy="1722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D2AA0-F3F3-608B-75EE-132BA573D5AB}"/>
              </a:ext>
            </a:extLst>
          </p:cNvPr>
          <p:cNvSpPr txBox="1"/>
          <p:nvPr/>
        </p:nvSpPr>
        <p:spPr>
          <a:xfrm>
            <a:off x="2741911" y="1976086"/>
            <a:ext cx="3424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  <a:latin typeface="Mulish"/>
              </a:rPr>
              <a:t>Lorem 1: </a:t>
            </a:r>
            <a:br>
              <a:rPr lang="en-US" sz="1400" dirty="0">
                <a:solidFill>
                  <a:schemeClr val="tx1"/>
                </a:solidFill>
                <a:latin typeface="Mulish"/>
              </a:rPr>
            </a:br>
            <a:r>
              <a:rPr lang="en-US" sz="1400" dirty="0">
                <a:solidFill>
                  <a:schemeClr val="tx1"/>
                </a:solidFill>
                <a:latin typeface="Mulish"/>
              </a:rPr>
              <a:t>Ipsum dolor sit amet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7B71A87-89FE-9C6B-45C5-B9FD85473756}"/>
              </a:ext>
            </a:extLst>
          </p:cNvPr>
          <p:cNvSpPr txBox="1">
            <a:spLocks/>
          </p:cNvSpPr>
          <p:nvPr/>
        </p:nvSpPr>
        <p:spPr>
          <a:xfrm>
            <a:off x="3491715" y="360097"/>
            <a:ext cx="5349366" cy="1615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0" dirty="0">
                <a:solidFill>
                  <a:schemeClr val="tx1"/>
                </a:solidFill>
                <a:latin typeface="Lora"/>
              </a:rPr>
              <a:t>Lorem ipsum dolor sit amet</a:t>
            </a:r>
            <a:endParaRPr lang="en-US" b="0" baseline="0" dirty="0">
              <a:solidFill>
                <a:schemeClr val="tx1"/>
              </a:solidFill>
              <a:latin typeface="Lor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617C4-0361-B7D7-C478-2ABE38D72364}"/>
              </a:ext>
            </a:extLst>
          </p:cNvPr>
          <p:cNvSpPr txBox="1"/>
          <p:nvPr/>
        </p:nvSpPr>
        <p:spPr>
          <a:xfrm>
            <a:off x="6166398" y="1976086"/>
            <a:ext cx="3424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  <a:latin typeface="Mulish"/>
              </a:rPr>
              <a:t>Lorem 2: </a:t>
            </a:r>
            <a:br>
              <a:rPr lang="en-US" sz="1400" dirty="0">
                <a:solidFill>
                  <a:schemeClr val="tx1"/>
                </a:solidFill>
                <a:latin typeface="Mulish"/>
              </a:rPr>
            </a:br>
            <a:r>
              <a:rPr lang="en-US" sz="1400" dirty="0">
                <a:solidFill>
                  <a:schemeClr val="tx1"/>
                </a:solidFill>
                <a:latin typeface="Mulish"/>
              </a:rPr>
              <a:t>Consectetur adipiscing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B504F-8E47-31AA-33B2-279B20D2C9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31705" y="3689498"/>
            <a:ext cx="2630482" cy="2291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4BCF3A-5675-142A-0EE1-57569B8B3E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7741" y="3689498"/>
            <a:ext cx="2630482" cy="22913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6600C7-CBA4-23C7-8EFF-D05008B0B3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63777" y="3689498"/>
            <a:ext cx="2630482" cy="2291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6A48D6-BA3D-1F9A-E806-F241FB7F803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813" y="3689498"/>
            <a:ext cx="2630482" cy="2291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194DAF-07DC-B4CC-3996-2E2605AC2FBB}"/>
              </a:ext>
            </a:extLst>
          </p:cNvPr>
          <p:cNvSpPr txBox="1"/>
          <p:nvPr/>
        </p:nvSpPr>
        <p:spPr>
          <a:xfrm>
            <a:off x="3361807" y="2832792"/>
            <a:ext cx="5376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Mulish"/>
              </a:rPr>
              <a:t>lorem ipsum  |  dolor sit amet  |  consectetur adipiscing  |  elit sed do eiusmod  |  tempor incididunt  |  and more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A8F345-1DFC-690A-7EE3-BF6A362323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05663" y="5808133"/>
            <a:ext cx="787398" cy="10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43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BA35-7BA7-0F73-2161-33CC8B60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291994-1804-1617-5221-C50C4F5704F1}"/>
              </a:ext>
            </a:extLst>
          </p:cNvPr>
          <p:cNvSpPr/>
          <p:nvPr/>
        </p:nvSpPr>
        <p:spPr>
          <a:xfrm>
            <a:off x="0" y="5135526"/>
            <a:ext cx="12192000" cy="1722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ulish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B3044F-3FB6-FC6A-EEAB-FD52B2A58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5663" y="5808133"/>
            <a:ext cx="787398" cy="10498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6CC6CA-4E6C-FEB6-020C-3ED99E823044}"/>
              </a:ext>
            </a:extLst>
          </p:cNvPr>
          <p:cNvSpPr txBox="1"/>
          <p:nvPr/>
        </p:nvSpPr>
        <p:spPr>
          <a:xfrm>
            <a:off x="1651000" y="2540000"/>
            <a:ext cx="6985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2A65A"/>
                </a:solidFill>
                <a:latin typeface="Mulish"/>
              </a:rPr>
              <a:t>LOREM IPSUM DOLOR SIT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74F0C-F379-2040-CB36-C299818DA8A7}"/>
              </a:ext>
            </a:extLst>
          </p:cNvPr>
          <p:cNvSpPr txBox="1"/>
          <p:nvPr/>
        </p:nvSpPr>
        <p:spPr>
          <a:xfrm>
            <a:off x="1651000" y="2946400"/>
            <a:ext cx="8890000" cy="1397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>
                <a:solidFill>
                  <a:srgbClr val="13242A"/>
                </a:solidFill>
                <a:latin typeface="Lor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8700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955223763]">
  <a:themeElements>
    <a:clrScheme name="The Signatry">
      <a:dk1>
        <a:srgbClr val="13242A"/>
      </a:dk1>
      <a:lt1>
        <a:srgbClr val="FFFFFF"/>
      </a:lt1>
      <a:dk2>
        <a:srgbClr val="2B7978"/>
      </a:dk2>
      <a:lt2>
        <a:srgbClr val="DEF2F1"/>
      </a:lt2>
      <a:accent1>
        <a:srgbClr val="2B7978"/>
      </a:accent1>
      <a:accent2>
        <a:srgbClr val="3AAFA9"/>
      </a:accent2>
      <a:accent3>
        <a:srgbClr val="DEF2F1"/>
      </a:accent3>
      <a:accent4>
        <a:srgbClr val="F2A65A"/>
      </a:accent4>
      <a:accent5>
        <a:srgbClr val="8A1E41"/>
      </a:accent5>
      <a:accent6>
        <a:srgbClr val="FD495C"/>
      </a:accent6>
      <a:hlink>
        <a:srgbClr val="FEFFFF"/>
      </a:hlink>
      <a:folHlink>
        <a:srgbClr val="17242A"/>
      </a:folHlink>
    </a:clrScheme>
    <a:fontScheme name="Arial">
      <a:majorFont>
        <a:latin typeface="Mulish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Mulish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defRPr sz="1400" i="1" dirty="0">
            <a:solidFill>
              <a:srgbClr val="17242A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Signatry2026" id="{B122FF59-0DE1-CE49-A223-0D8A5A5FD086}" vid="{AA4C8AEC-3B2A-7349-AC45-94B132E62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4E59B1-B9A1-444D-96D0-C2DA13D3CC0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ef46848-649d-40d0-b693-4ad9ee0975b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772</Words>
  <Application>Microsoft Macintosh PowerPoint</Application>
  <PresentationFormat>Widescreen</PresentationFormat>
  <Paragraphs>116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Lora</vt:lpstr>
      <vt:lpstr>Mulish</vt:lpstr>
      <vt:lpstr>Office Theme [1785955223763]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Martin</dc:creator>
  <cp:lastModifiedBy>Ben Martin</cp:lastModifiedBy>
  <cp:revision>2</cp:revision>
  <dcterms:created xsi:type="dcterms:W3CDTF">2026-08-05T17:27:28Z</dcterms:created>
  <dcterms:modified xsi:type="dcterms:W3CDTF">2026-08-05T18:43:50Z</dcterms:modified>
</cp:coreProperties>
</file>